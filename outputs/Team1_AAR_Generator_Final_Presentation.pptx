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76cdd553f431b" /><Relationship Type="http://schemas.openxmlformats.org/officeDocument/2006/relationships/extended-properties" Target="/docProps/app.xml" Id="R9d16735dd1684343" /><Relationship Type="http://schemas.openxmlformats.org/officeDocument/2006/relationships/officeDocument" Target="/ppt/presentation.xml" Id="Rac2a97da71ca4b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819d5b639d4736"/>
  </p:sldMasterIdLst>
  <p:notesMasterIdLst>
    <p:notesMasterId xmlns:r="http://schemas.openxmlformats.org/officeDocument/2006/relationships" r:id="R6db1c57a54164992"/>
  </p:notesMasterIdLst>
  <p:sldIdLst>
    <p:sldId xmlns:r="http://schemas.openxmlformats.org/officeDocument/2006/relationships" id="256" r:id="R7f8fb5f759a34b95"/>
    <p:sldId xmlns:r="http://schemas.openxmlformats.org/officeDocument/2006/relationships" id="257" r:id="R394bf59999574029"/>
    <p:sldId xmlns:r="http://schemas.openxmlformats.org/officeDocument/2006/relationships" id="258" r:id="Rc15dbbf6df164d15"/>
    <p:sldId xmlns:r="http://schemas.openxmlformats.org/officeDocument/2006/relationships" id="259" r:id="R3012476b7c364a4b"/>
    <p:sldId xmlns:r="http://schemas.openxmlformats.org/officeDocument/2006/relationships" id="260" r:id="R357d8db2812148b7"/>
    <p:sldId xmlns:r="http://schemas.openxmlformats.org/officeDocument/2006/relationships" id="261" r:id="Re6fba69314394ce4"/>
    <p:sldId xmlns:r="http://schemas.openxmlformats.org/officeDocument/2006/relationships" id="262" r:id="Rdb856c70f71a470d"/>
    <p:sldId xmlns:r="http://schemas.openxmlformats.org/officeDocument/2006/relationships" id="263" r:id="R86f1dace04044ee3"/>
    <p:sldId xmlns:r="http://schemas.openxmlformats.org/officeDocument/2006/relationships" id="264" r:id="R8d32a1aaf81b4cea"/>
    <p:sldId xmlns:r="http://schemas.openxmlformats.org/officeDocument/2006/relationships" id="265" r:id="R3cde16f3fb984d69"/>
    <p:sldId xmlns:r="http://schemas.openxmlformats.org/officeDocument/2006/relationships" id="266" r:id="R16586d2bd2364912"/>
    <p:sldId xmlns:r="http://schemas.openxmlformats.org/officeDocument/2006/relationships" id="267" r:id="Rd35cae7254d640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026d9bc944360" /><Relationship Type="http://schemas.openxmlformats.org/officeDocument/2006/relationships/slideMaster" Target="/ppt/slideMasters/slideMaster1.xml" Id="R89819d5b639d4736" /><Relationship Type="http://schemas.openxmlformats.org/officeDocument/2006/relationships/notesMaster" Target="/ppt/notesMasters/notesMaster1.xml" Id="R6db1c57a54164992" /><Relationship Type="http://schemas.openxmlformats.org/officeDocument/2006/relationships/presProps" Target="/ppt/presProps.xml" Id="R1196f6f1e5944ef5" /><Relationship Type="http://schemas.openxmlformats.org/officeDocument/2006/relationships/tableStyles" Target="/ppt/tableStyles.xml" Id="Reedb0bd264464dd0" /><Relationship Type="http://schemas.openxmlformats.org/officeDocument/2006/relationships/slide" Target="/ppt/slides/slide1.xml" Id="R7f8fb5f759a34b95" /><Relationship Type="http://schemas.openxmlformats.org/officeDocument/2006/relationships/slide" Target="/ppt/slides/slide2.xml" Id="R394bf59999574029" /><Relationship Type="http://schemas.openxmlformats.org/officeDocument/2006/relationships/slide" Target="/ppt/slides/slide3.xml" Id="Rc15dbbf6df164d15" /><Relationship Type="http://schemas.openxmlformats.org/officeDocument/2006/relationships/slide" Target="/ppt/slides/slide4.xml" Id="R3012476b7c364a4b" /><Relationship Type="http://schemas.openxmlformats.org/officeDocument/2006/relationships/slide" Target="/ppt/slides/slide5.xml" Id="R357d8db2812148b7" /><Relationship Type="http://schemas.openxmlformats.org/officeDocument/2006/relationships/slide" Target="/ppt/slides/slide6.xml" Id="Re6fba69314394ce4" /><Relationship Type="http://schemas.openxmlformats.org/officeDocument/2006/relationships/slide" Target="/ppt/slides/slide7.xml" Id="Rdb856c70f71a470d" /><Relationship Type="http://schemas.openxmlformats.org/officeDocument/2006/relationships/slide" Target="/ppt/slides/slide8.xml" Id="R86f1dace04044ee3" /><Relationship Type="http://schemas.openxmlformats.org/officeDocument/2006/relationships/slide" Target="/ppt/slides/slide9.xml" Id="R8d32a1aaf81b4cea" /><Relationship Type="http://schemas.openxmlformats.org/officeDocument/2006/relationships/slide" Target="/ppt/slides/slide10.xml" Id="R3cde16f3fb984d69" /><Relationship Type="http://schemas.openxmlformats.org/officeDocument/2006/relationships/slide" Target="/ppt/slides/slide11.xml" Id="R16586d2bd2364912" /><Relationship Type="http://schemas.openxmlformats.org/officeDocument/2006/relationships/slide" Target="/ppt/slides/slide12.xml" Id="Rd35cae7254d640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b5839b8434a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a4728a2be490d" /><Relationship Type="http://schemas.openxmlformats.org/officeDocument/2006/relationships/notesMaster" Target="/ppt/notesMasters/notesMaster1.xml" Id="Rc159dde687954d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9ce6a47a346ed" /><Relationship Type="http://schemas.openxmlformats.org/officeDocument/2006/relationships/notesMaster" Target="/ppt/notesMasters/notesMaster1.xml" Id="Rda7841ddd19944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bd56e5564432a" /><Relationship Type="http://schemas.openxmlformats.org/officeDocument/2006/relationships/notesMaster" Target="/ppt/notesMasters/notesMaster1.xml" Id="Re73b4e61aa67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6783ba54004c6b" /><Relationship Type="http://schemas.openxmlformats.org/officeDocument/2006/relationships/notesMaster" Target="/ppt/notesMasters/notesMaster1.xml" Id="Rcabab7c79e0148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92a39af854a94" /><Relationship Type="http://schemas.openxmlformats.org/officeDocument/2006/relationships/notesMaster" Target="/ppt/notesMasters/notesMaster1.xml" Id="Rdc29ee2cb1d1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9f71fb4eb44863" /><Relationship Type="http://schemas.openxmlformats.org/officeDocument/2006/relationships/notesMaster" Target="/ppt/notesMasters/notesMaster1.xml" Id="R486fa8f6f5ec40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10544891ee49eb" /><Relationship Type="http://schemas.openxmlformats.org/officeDocument/2006/relationships/notesMaster" Target="/ppt/notesMasters/notesMaster1.xml" Id="R3cc0a3fabb244e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b5bcad3ef4c7b" /><Relationship Type="http://schemas.openxmlformats.org/officeDocument/2006/relationships/notesMaster" Target="/ppt/notesMasters/notesMaster1.xml" Id="Re69d163ee0c345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3aa3e531e240ab" /><Relationship Type="http://schemas.openxmlformats.org/officeDocument/2006/relationships/notesMaster" Target="/ppt/notesMasters/notesMaster1.xml" Id="R57cfa618af664e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e1757c60d54ad6" /><Relationship Type="http://schemas.openxmlformats.org/officeDocument/2006/relationships/notesMaster" Target="/ppt/notesMasters/notesMaster1.xml" Id="Re619499e799448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7b95e63b9f4446" /><Relationship Type="http://schemas.openxmlformats.org/officeDocument/2006/relationships/notesMaster" Target="/ppt/notesMasters/notesMaster1.xml" Id="R3a9b68242ef941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e98fb9d0094271" /><Relationship Type="http://schemas.openxmlformats.org/officeDocument/2006/relationships/notesMaster" Target="/ppt/notesMasters/notesMaster1.xml" Id="R03e682a9e4a4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57685025f40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a7294cc3c4f03" /><Relationship Type="http://schemas.openxmlformats.org/officeDocument/2006/relationships/slideLayout" Target="/ppt/slideLayouts/slideLayout1.xml" Id="Rc4262da69cb547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262da69cb547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29a1afec140ae" /><Relationship Type="http://schemas.openxmlformats.org/officeDocument/2006/relationships/notesSlide" Target="/ppt/notesSlides/notesSlide1.xml" Id="R220281eed0c14b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938948fbd433a" /><Relationship Type="http://schemas.openxmlformats.org/officeDocument/2006/relationships/notesSlide" Target="/ppt/notesSlides/notesSlide2.xml" Id="R2f71d9de307c48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8c3759e74d86" /><Relationship Type="http://schemas.openxmlformats.org/officeDocument/2006/relationships/notesSlide" Target="/ppt/notesSlides/notesSlide3.xml" Id="R31ebe4b143d9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751d894045e3" /><Relationship Type="http://schemas.openxmlformats.org/officeDocument/2006/relationships/notesSlide" Target="/ppt/notesSlides/notesSlide4.xml" Id="R74577d2af07e4c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5a17037024123" /><Relationship Type="http://schemas.openxmlformats.org/officeDocument/2006/relationships/notesSlide" Target="/ppt/notesSlides/notesSlide5.xml" Id="R888aef8ffead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97c1685748c1" /><Relationship Type="http://schemas.openxmlformats.org/officeDocument/2006/relationships/notesSlide" Target="/ppt/notesSlides/notesSlide6.xml" Id="R7338bbbb744a43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0dfb6c7df436c" /><Relationship Type="http://schemas.openxmlformats.org/officeDocument/2006/relationships/notesSlide" Target="/ppt/notesSlides/notesSlide7.xml" Id="Re675ceb58bba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6e8b741bf41ba" /><Relationship Type="http://schemas.openxmlformats.org/officeDocument/2006/relationships/notesSlide" Target="/ppt/notesSlides/notesSlide8.xml" Id="R3fdc2e93925240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12aa65bf4523" /><Relationship Type="http://schemas.openxmlformats.org/officeDocument/2006/relationships/notesSlide" Target="/ppt/notesSlides/notesSlide9.xml" Id="R0112bbfd729043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97e62dd7f4228" /><Relationship Type="http://schemas.openxmlformats.org/officeDocument/2006/relationships/notesSlide" Target="/ppt/notesSlides/notesSlide10.xml" Id="R68d4e8f6644f45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7e8279e364c82" /><Relationship Type="http://schemas.openxmlformats.org/officeDocument/2006/relationships/notesSlide" Target="/ppt/notesSlides/notesSlide11.xml" Id="R3709ea19caca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30ab11c9d4cc1" /><Relationship Type="http://schemas.openxmlformats.org/officeDocument/2006/relationships/notesSlide" Target="/ppt/notesSlides/notesSlide12.xml" Id="Ra04f6b8a8c794d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1787A-480F-43DD-BB9D-2F0E9AC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Security Incident Postmortem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B6EE-AF7C-425C-8033-B8C8228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90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220"/>
                </a:solidFill>
              </a:defRPr>
            </a:pPr>
            <a:r>
              <a:rPr sz="4200" b="1">
                <a:solidFill>
                  <a:srgbClr val="0B1220"/>
                </a:solidFill>
              </a:rPr>
              <a:t>Automated After-Action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97072-581E-4500-944B-70177EA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 lightweight web application that turns incident details into structured AAR drafts for technical and executive audiences.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0A7E9-181F-434C-A6FF-F3F4839F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FC2C5-38CE-4028-8FAB-74649D69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Team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488D7-FE74-43EC-A110-46295EB4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Brittany, Garrett, Mike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6C91E-D0C8-480D-820B-C951E96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33875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7DD34-8044-464B-8790-C5CAB6C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CSC 482 Capstone Project II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80CEE-00C0-4DF8-A2EF-C1D4372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053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Final Presentation and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F740A-D492-4BDD-87CD-B311DF7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0"/>
            <a:ext cx="200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CC010-75A1-41FC-A143-EA32E58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340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563EB"/>
                </a:solidFill>
              </a:defRPr>
            </a:pPr>
            <a:r>
              <a:rPr sz="4050" b="1">
                <a:solidFill>
                  <a:srgbClr val="2563EB"/>
                </a:solidFill>
              </a:rPr>
              <a:t>AAR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A8A6A-BD2C-40C7-A24B-CD35D8E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8292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82AE6-4938-4D70-97A1-6F803EC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B0401-EC22-4A30-8DB2-EDE0A77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After an incident, teams need a clear report fast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AAF5-52C3-4DAB-9E57-2ED011FD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47449-D49C-4180-9544-CF9E290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The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C344-A44C-4E09-BBCA-48D04FDA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E8B17-0E78-4803-B8EF-A046025D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Incident details live across timelines, logs, impact notes, and remediation updates.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F8E5B-7953-4A76-A334-CBFFD58A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FC1CA-1A83-45C6-84D5-7779048B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Postmortem reports need root cause, lessons learned, and clear follow-up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3332E-FD91-4E0E-8954-38136E91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21BA9-231C-4962-8A74-A1A43027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The report must work for both technical reviewers and leadership.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0BCA2-6989-4929-8AF5-716AAB8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B6326-5BEA-4910-8FC4-352E33B2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10DCF-047F-42C0-A2E2-80E6FE0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What gets lost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D1452-0274-4E15-9B67-0D2C035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Important evidence can be hard to organize when the team is moving quickly after containment.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734E5-5FAA-49A4-B70A-3C4039C2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F58AB-67B5-488A-9B6F-AF97728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25AD4-C5B8-4C58-8C69-0B5E3E83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What takes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3FDB4-B6CE-4556-A881-D06EEBBC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Writing the first draft, formatting sections, and translating technical details into executive language.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C166F-7326-4300-A701-FA282C1D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47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744BE-1C23-4F3F-BF0D-EF83DF8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84A27-379C-4566-BA19-FD0AB403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768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What the project fixes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2A2B0-FA92-4D4F-8524-81E5F223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57800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prototype turns structured incident input into a professional draft that a human reviewer can refine.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958EA-7661-46C0-A0BF-CF4D984D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46039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1EE23-78A6-49C7-94A6-0CF4EB25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1AA35-DE20-45A8-8B45-64368476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tool creates a stronger starting point for AAR writing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4AED8-DFDE-4EDA-B6C1-22A5F83F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1F45C-148A-49CA-AD12-999E03A9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2B820-AAE9-4C62-BF51-55E9247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29D79-0086-47C2-9E6A-45C46B8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1. Enter incident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FE5D7-23F0-402F-91B9-44FFBFBC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form captures title, date, summary, timeline, logs, impact, remediation, and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8DCCB-0E48-4AD2-9AC2-6D54043C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5425A-7207-43A1-BB8B-7C89289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C204E-7E04-40ED-8FA9-88F0D81A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2. Choose the audience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843AF-1606-4BB6-8E8C-8FF4DBE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Technical output keeps evidence and root-cause detail visible. Executive output focuses on impact and 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FF5EA-B451-43FB-BCD5-8061F919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36D67-5BB5-481D-B7D5-E2EAA544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BBC56-16C8-41C0-B015-F3224D26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3. Generate a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57957-9125-486A-81E8-5C91FA9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The backend organizes the information into report sections, 5 Whys, recommendations, and lessons learned.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8D434-50F4-42D2-ADCA-D5F72E0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Important boundary: the output is a draft. A human reviewer still confirms facts and approves the final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B06B7-88C0-4897-B056-204CA903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0598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90D1C-5D6E-4EF7-9167-A9EEFDEE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15797-DE5E-484B-9094-D86F977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completed prototype follows a simple report-generation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1A40-08EA-492C-BA83-CBD0B85A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925BE-D6AE-4379-B299-860DD5D3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9223F-B024-4CB8-B9BD-D477C59D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5CF84-6E02-482E-A5FC-1A62198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6225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Incident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FF0C5-7C27-49F8-B3BB-0485210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09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46BE1-26C3-4CE9-BB58-E195658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D2D6C-550F-40C7-A381-036AEF1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C347A-458D-4E7C-9858-30A12DC4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6225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Audience style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D929B-4EDA-49F4-B4DE-B64F4FE5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6D22A-BA76-4CE1-A1F5-B1544F1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AF57C-FD91-4D4E-8735-F3CB1706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5041B-903A-4E13-9D0C-252AF38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6225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Backend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C6D5B-7488-4A1C-959E-A914D56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9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5C601-6439-487B-8C30-19442405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F9674-4130-4974-B141-EAB0EAF2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F0591-1A82-41E7-82C1-9854A10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AAR draft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8019F-AB3F-48E9-A07C-9232D5DD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894F4-8CA7-4765-8737-9A32E33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359C-519E-405F-A176-168293F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5D637-51CE-47C4-BD28-158774B6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62250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Review/export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BE439-54A8-406A-A491-A1AFAE66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The workflow stays narrow on purpose: capture the incident, organize it, generate a draft, then let the team review and save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527C6-064D-442A-ADFB-6D087DF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646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3D252-D4FD-44C9-8E90-3E58FFAC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7006C-AA13-4114-8F0A-EE493CB2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MVP requirements are covered by working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9208D-E101-4C75-9568-D72DE55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F4E24-82DA-4AB1-A84C-969D5035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0477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7F089-1AE8-4150-A171-7BA420CC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DDA64-7E8D-4F35-9B89-2635479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Requirement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B05E8-6366-4AD0-A3CB-0A750741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8595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7DE0E-34A1-44D1-A9F4-1AE788B6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9775"/>
            <a:ext cx="777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Completed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8A54E-13BD-41C5-AAC1-B8776847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08674-744F-4B73-91AA-21741BD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Incident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4379D-605C-42C4-8382-EFA7358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765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5B9ED-92FA-4593-9668-A1C8A06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77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Browser form captures summary, timeline, logs, impact, remediation, and open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28814-59F4-4A8E-9AD1-FAC6A6B0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E4CCE-C794-4954-97BD-FB27BF10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Report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FBB9C-CF1C-4F80-AB5A-D88FBDD2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6705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642D6-788D-42C5-8FD0-CDDF60E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777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FastAPI backend returns a structured AAR draft from user-provided incident details.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B26E3-EAF4-4A2A-98BB-D69E4E9B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F8C12-719E-4467-8305-E480326E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Root-cause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1E088B-8187-46D4-8B43-E87D304F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576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F11E3-0567-457B-9AB8-FC68E83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777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Generated reports include 5 Whys, root cause, recommendations, and lessons learned.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2F689-B63C-4433-B23B-572543F7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31A9D-A1EA-40D7-8261-7496C7B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Audience styles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CC941-71CC-4091-824F-330CE9F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2E4AD-8BF2-4597-9F4C-CB6DEE40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777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Technical and executive report styles are available for different reviewers.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740D32-220D-45BF-9A90-4EB3DB0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EFC2D-7B9E-4EEC-B27B-FE16EEA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Demo reliability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5B623-9096-4351-9335-FA9856FE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38700"/>
            <a:ext cx="8001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6804A-4C46-4E32-A326-3ABA2E8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777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Mock fallback remains available when API mode is unavailable.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14187-5646-4082-A6EE-75F2027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49248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02ADD-8DBA-4D9B-A9DA-69CFDA77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901B9-4157-47CA-8282-02564D30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Audience-specific reports make the draft useful to more reviewers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14653-9813-4171-88AE-3DA1129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E73A0-D2E5-44E5-B4C4-21847393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762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9895B-1A8A-4369-BE1D-3C368B9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5CB84-4F5A-4CAF-9D17-35736AE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Technical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9872C-7091-4C60-85F9-6ED7687C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305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Keeps timeline, evidence, logs, root cause, remediation, and 5 Whys visible for security and IT reviewers.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EA0F3-5793-46BD-9FFF-F514E6AB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762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E2708-C90A-4B3E-9CEA-ACC85859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3E2E8-5D7D-487F-92EC-90BB1034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Executive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5C61E-204A-4CEC-AE9F-A369393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3053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Summarizes impact, risk, response actions, accountability, and recommendations for leadership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4565C-B7D9-4A61-8E10-6ADCD4B6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This is the advanced component: the same incident can be translated into different report styles without changing the core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299E5-AF7A-4C48-B3E1-507D11E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934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918B7-0167-458A-B395-B1D49AD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87697-21EA-4F5E-BF48-8C6896BD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Testing used five realistic incident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47C6D-CC73-42AB-962A-2B511CC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5050C-9D0C-487F-A1BF-01FD6946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953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2DA08-C11B-47A8-9099-F234958C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F3C08-CE33-4371-A8B8-D6FB181A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AF9D5-E373-474B-ADED-30B0989F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9B357-7027-4533-B99F-B7B885F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33575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Audience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5AE85-C413-4B00-90BE-216677BF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8F03C-CAAA-4B37-8497-CBB584F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335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55BEA-EDE7-482C-9475-C1530C02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6F1E0-D315-4ABD-B8D0-5BABE7E4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Microsoft 365 phishing compromise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E9912-67DC-4DD5-AACE-BBC315AF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F6162-BE14-4D8B-9A46-E0C22C8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Technical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BB5F3-D608-456C-B38C-32E7103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55860-7F45-4568-9728-27F05970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4FE32-0727-4F82-9012-68A64F24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A5553-4F0F-4C8F-9DB5-9B329CA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Ransomware on shared file 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1C4CB-04E7-49B9-A723-32E2F9A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1FDFC-F002-4DB6-A177-EE4687B4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Executive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492A0-5889-4544-86F2-59D6077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66474-7198-4C1C-8A0C-8467162D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95ECD-71C4-491F-B4D3-A8146291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B7343-7FCD-4A95-AA1C-A274AAC1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Cloud storage bucket exposure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2F07F-257C-49B7-A42A-9CC3F982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67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029F2-562E-4B25-9845-900E7CDC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Executive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73465-F772-4717-8B2A-8DA8DEFB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38E3D-8428-4949-809B-A48D2EC8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Passed with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53170-6984-45A7-A8C9-FCC1D563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7A7B1-01CA-473D-9416-8795C4BB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Malware alert on finance workstation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37E0D-6CBC-4287-808E-F998E064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19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081AE0-E007-45C8-9D9A-CBED9BE0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148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Technical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78D1F-EE5A-4CE5-A5FA-6ED86ADF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4D91CA-7454-42EF-A65E-26B18ECC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Passed with 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868A9B-2F28-44D3-B8E6-5AF2693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2B290-E57F-4BEF-93C0-493409D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SQL injection attempt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E06021-024B-4CBC-B812-14A9E171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72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80A724-3E55-415A-A5A9-1D7874C4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672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Technical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D0D734-31B6-4259-8D5A-78979BD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72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186F05-9389-4B3B-B626-328E71F1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67250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Passed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C6E8DA-C678-4AF7-A05B-F720037D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Pass criteria checked accurate incident use, required sections, audience tone, specific recommendations, and professional readability.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C1DF22-6301-44B8-B202-029E126D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6436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5F76B-B6E2-4D57-8AFE-F5BF2EA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45F2E-8319-4C9D-81CD-EDA8F37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Use the phishing scenario for the final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132BE-9DDE-4FBA-8A55-482FBA7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1CA66-CC0D-4838-97EF-1FE55391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Recommended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63565-1E15-4938-A834-FD8557EC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Phishing Email Led to Microsoft 365</a:t>
            </a:r>
          </a:p>
          <a:p xmlns:a="http://schemas.openxmlformats.org/drawingml/2006/main">
            <a:pPr algn="l">
              <a:defRPr sz="2550" b="1">
                <a:solidFill>
                  <a:srgbClr val="0B1220"/>
                </a:solidFill>
              </a:defRPr>
            </a:pPr>
            <a:r>
              <a:rPr sz="2550" b="1">
                <a:solidFill>
                  <a:srgbClr val="0B1220"/>
                </a:solidFill>
              </a:rPr>
              <a:t>Account Compromise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A2974-9D17-4D6E-A904-C906252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68CDD-DE32-4FBA-BB8D-6F87725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Easy to explain to a mixed audience.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E24B9-CC59-491E-A10C-E2B8736D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9706C-B397-468C-B587-BDBA1901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Includes timeline, log evidence, impact, remediation, and open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BA532-CCD7-4079-88A6-28B77AC9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016DF-9DDC-4521-AADE-B08DC45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815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Produces useful 5 Whys and recommendation sections.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30347-2F3E-442A-9B73-8B0392E5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18DCB-D49A-407E-866A-F03A08CE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Screenshot placeholder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985FD-5CA3-4E7F-8890-8A8E402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813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Drop completed form or generated report screenshot 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C5895-4F24-41CE-B1B3-EE40587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97434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46946-9B60-44B4-8463-CC3AEC5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51AD5-7D63-44D3-A5EA-D7FF8012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Final screenshots should prove the workflow end to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58DDF-333B-441D-991D-A70B8F3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40DAC-7E9B-438C-B60C-F272A797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53AF9-CA82-4F2F-B5BE-AF11AF7E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574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Screenshot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96DED-2C02-4AE8-9669-15985A8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Homepage / incident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52B77-319A-441D-B851-D16218B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2C43A-F2D5-474C-A325-215D436D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74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Screenshot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DA044-EF1D-43AA-BD14-EF864040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Generated report 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914EA-8766-4B23-A7C7-A40ADF8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3286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7B79D-9001-499C-BF5E-77C7EC3E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57475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75569"/>
                </a:solidFill>
              </a:defRPr>
            </a:pPr>
            <a:r>
              <a:rPr sz="1500" b="1">
                <a:solidFill>
                  <a:srgbClr val="475569"/>
                </a:solidFill>
              </a:rPr>
              <a:t>Screenshot placeholder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F58F3-0831-403F-AF06-FC4FB1BB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81325"/>
            <a:ext cx="2828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5 Whys and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A99CB-1F35-440B-AF8F-D2D8061A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Before using screenshots, confirm they do not show API keys, .env files, terminal secrets, or private configuration.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705D9-DAE0-4022-9184-F8DB98C9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8110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60A20-BF11-4C70-A482-E6AAA7B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5A5AB-DBF0-4B54-B576-4DD7AD4A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Each team member owned a clear part of the 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E6977-0607-4881-8656-B8181E28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8D069-CA05-49F8-82C7-ED6573E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457A2-F9A8-4D5F-9865-8E013EE7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E839E-6584-4DAC-A031-76B5A25E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Brittany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D38D3-6365-4E10-8C61-67271039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781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Project leadership, documentation, checklists, meeting evidence, grammar review, journal preparation, quality review, and final submission organization.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62923-FA3B-4823-8D54-AC589FE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C9CD-9F8B-4E50-8AC6-12D152A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40C05-0FF4-4394-9F5E-82A106F4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Garrett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AB6D-BFD6-48D8-B626-4D576E23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43175"/>
            <a:ext cx="2781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Backend architecture, request/response structure, report-generation workflow, LLM/API option, mock fallback, 5 Whys, and recommendations.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1A04F-830A-473D-9540-4B5914B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02436-1875-466C-8D60-47CC3800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A3842-0FEF-42E4-A30E-096B932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Mike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3A29A-C8AB-4E7E-B84F-38B318D9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2781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Frontend form, audience controls, sample incident workflow, report display, validation, copy/download/export behavior, and demo walkthrough.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8273E-23ED-4BD8-A013-971918F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606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A0123-CF69-4DF0-8FB7-8D8B1C9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 1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E98F7-87AA-49D5-806B-973979C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220"/>
                </a:solidFill>
              </a:defRPr>
            </a:pPr>
            <a:r>
              <a:rPr sz="2700" b="1">
                <a:solidFill>
                  <a:srgbClr val="0B1220"/>
                </a:solidFill>
              </a:rPr>
              <a:t>The biggest lessons came from making output usable, not just functional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998FA-A105-4D6C-B202-B7880DC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9F647-6F50-4D6B-AA62-C28E4BD3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E4791-2611-40EE-A218-CDFCC8FC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Good report quality depends on clear incident details from the user.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A362-C595-4FD7-8B08-A0C23A0B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A6838-A08F-449F-BC53-6B7C679B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Export features still need readability review before they become final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395FB-552F-468C-9FAF-74DF9ED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F6F76-67D2-4210-9DA9-CDB58206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A live demo needs backup screenshots and a saved generated report.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2D3F0-34A9-48D2-A009-12C43E05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F83A0-B40B-49C8-80D8-BC5334C2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Documentation, testing notes, meeting logs, and checklists must stay synchronized.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E4202-5E5D-462C-B269-D3BA7BF9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24889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6EBBA-ECFD-4F1A-8D58-BF530951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Final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65448-68A6-444D-AE81-894D4DF7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</a:defRPr>
            </a:pPr>
            <a:r>
              <a:rPr sz="3600" b="1">
                <a:solidFill>
                  <a:srgbClr val="0B1220"/>
                </a:solidFill>
              </a:rPr>
              <a:t>The AAR Generator turns incident notes into a structured draft the team can review, improve, and share.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A9AAB-A788-446E-BE46-0F4ADEC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Completed capabilities include incident input, technical and executive styles, 5 Whys analysis, recommendations, sample incidents, user guide documentation, testing evidence, and demo-ready backup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C7420-828A-4C06-A1BF-BF0FBEB0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Ready for final demonstration and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F33A8-49F5-4EE9-A4C7-F92D6973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8399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2026-07-15T03:49:17.5490000Z</dcterms:created>
  <dcterms:modified xsi:type="dcterms:W3CDTF">2026-07-15T03:49:17.5490000Z</dcterms:modified>
</coreProperties>
</file>