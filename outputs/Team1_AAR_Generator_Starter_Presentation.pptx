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7f4c7f16f49d5" /><Relationship Type="http://schemas.openxmlformats.org/officeDocument/2006/relationships/extended-properties" Target="/docProps/app.xml" Id="Ra21b437565314427" /><Relationship Type="http://schemas.openxmlformats.org/officeDocument/2006/relationships/officeDocument" Target="/ppt/presentation.xml" Id="Rbd4ae922b53d49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573b886be43d0"/>
  </p:sldMasterIdLst>
  <p:notesMasterIdLst>
    <p:notesMasterId xmlns:r="http://schemas.openxmlformats.org/officeDocument/2006/relationships" r:id="R6e90ddb95d3240a8"/>
  </p:notesMasterIdLst>
  <p:sldIdLst>
    <p:sldId xmlns:r="http://schemas.openxmlformats.org/officeDocument/2006/relationships" id="256" r:id="R703be5e4af414a3c"/>
    <p:sldId xmlns:r="http://schemas.openxmlformats.org/officeDocument/2006/relationships" id="257" r:id="R8d554edf9b14468c"/>
    <p:sldId xmlns:r="http://schemas.openxmlformats.org/officeDocument/2006/relationships" id="258" r:id="R4e6110dcdc944aa9"/>
    <p:sldId xmlns:r="http://schemas.openxmlformats.org/officeDocument/2006/relationships" id="259" r:id="Rc448d43f9d2a4478"/>
    <p:sldId xmlns:r="http://schemas.openxmlformats.org/officeDocument/2006/relationships" id="260" r:id="Rbc4d8ccc0c0d4aaf"/>
    <p:sldId xmlns:r="http://schemas.openxmlformats.org/officeDocument/2006/relationships" id="261" r:id="R755fe6a86d754300"/>
    <p:sldId xmlns:r="http://schemas.openxmlformats.org/officeDocument/2006/relationships" id="262" r:id="R71178de8dd5747db"/>
    <p:sldId xmlns:r="http://schemas.openxmlformats.org/officeDocument/2006/relationships" id="263" r:id="R70eecc0687af4ea5"/>
    <p:sldId xmlns:r="http://schemas.openxmlformats.org/officeDocument/2006/relationships" id="264" r:id="Rb255aa15cfaf45f5"/>
    <p:sldId xmlns:r="http://schemas.openxmlformats.org/officeDocument/2006/relationships" id="265" r:id="Rf7376c08a7de4c34"/>
    <p:sldId xmlns:r="http://schemas.openxmlformats.org/officeDocument/2006/relationships" id="266" r:id="R19dc0a58e8dc44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ca133d84be47dd" /><Relationship Type="http://schemas.openxmlformats.org/officeDocument/2006/relationships/slideMaster" Target="/ppt/slideMasters/slideMaster1.xml" Id="R1c4573b886be43d0" /><Relationship Type="http://schemas.openxmlformats.org/officeDocument/2006/relationships/notesMaster" Target="/ppt/notesMasters/notesMaster1.xml" Id="R6e90ddb95d3240a8" /><Relationship Type="http://schemas.openxmlformats.org/officeDocument/2006/relationships/presProps" Target="/ppt/presProps.xml" Id="R95d169a8bcb148c6" /><Relationship Type="http://schemas.openxmlformats.org/officeDocument/2006/relationships/tableStyles" Target="/ppt/tableStyles.xml" Id="Rc5acd02d22774bcf" /><Relationship Type="http://schemas.openxmlformats.org/officeDocument/2006/relationships/slide" Target="/ppt/slides/slide1.xml" Id="R703be5e4af414a3c" /><Relationship Type="http://schemas.openxmlformats.org/officeDocument/2006/relationships/slide" Target="/ppt/slides/slide2.xml" Id="R8d554edf9b14468c" /><Relationship Type="http://schemas.openxmlformats.org/officeDocument/2006/relationships/slide" Target="/ppt/slides/slide3.xml" Id="R4e6110dcdc944aa9" /><Relationship Type="http://schemas.openxmlformats.org/officeDocument/2006/relationships/slide" Target="/ppt/slides/slide4.xml" Id="Rc448d43f9d2a4478" /><Relationship Type="http://schemas.openxmlformats.org/officeDocument/2006/relationships/slide" Target="/ppt/slides/slide5.xml" Id="Rbc4d8ccc0c0d4aaf" /><Relationship Type="http://schemas.openxmlformats.org/officeDocument/2006/relationships/slide" Target="/ppt/slides/slide6.xml" Id="R755fe6a86d754300" /><Relationship Type="http://schemas.openxmlformats.org/officeDocument/2006/relationships/slide" Target="/ppt/slides/slide7.xml" Id="R71178de8dd5747db" /><Relationship Type="http://schemas.openxmlformats.org/officeDocument/2006/relationships/slide" Target="/ppt/slides/slide8.xml" Id="R70eecc0687af4ea5" /><Relationship Type="http://schemas.openxmlformats.org/officeDocument/2006/relationships/slide" Target="/ppt/slides/slide9.xml" Id="Rb255aa15cfaf45f5" /><Relationship Type="http://schemas.openxmlformats.org/officeDocument/2006/relationships/slide" Target="/ppt/slides/slide10.xml" Id="Rf7376c08a7de4c34" /><Relationship Type="http://schemas.openxmlformats.org/officeDocument/2006/relationships/slide" Target="/ppt/slides/slide11.xml" Id="R19dc0a58e8dc44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79a983194e40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1ee10f706a40b0" /><Relationship Type="http://schemas.openxmlformats.org/officeDocument/2006/relationships/notesMaster" Target="/ppt/notesMasters/notesMaster1.xml" Id="R0d19bcd74b9448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3059d2dbf4e8f" /><Relationship Type="http://schemas.openxmlformats.org/officeDocument/2006/relationships/notesMaster" Target="/ppt/notesMasters/notesMaster1.xml" Id="Re838398d93b64c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0698e2024c4a34" /><Relationship Type="http://schemas.openxmlformats.org/officeDocument/2006/relationships/notesMaster" Target="/ppt/notesMasters/notesMaster1.xml" Id="Ra44f05751dbe43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55e4621e5d4427" /><Relationship Type="http://schemas.openxmlformats.org/officeDocument/2006/relationships/notesMaster" Target="/ppt/notesMasters/notesMaster1.xml" Id="R3e3033f54ff847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55017a0a48456e" /><Relationship Type="http://schemas.openxmlformats.org/officeDocument/2006/relationships/notesMaster" Target="/ppt/notesMasters/notesMaster1.xml" Id="Rd41c32fb60b64e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ca76855fee45e1" /><Relationship Type="http://schemas.openxmlformats.org/officeDocument/2006/relationships/notesMaster" Target="/ppt/notesMasters/notesMaster1.xml" Id="Rcd82c0aab4b947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caf102b1c54509" /><Relationship Type="http://schemas.openxmlformats.org/officeDocument/2006/relationships/notesMaster" Target="/ppt/notesMasters/notesMaster1.xml" Id="Rec568cb4429b49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d39741807a48e9" /><Relationship Type="http://schemas.openxmlformats.org/officeDocument/2006/relationships/notesMaster" Target="/ppt/notesMasters/notesMaster1.xml" Id="Rdb2cee31506446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64c28521c0473d" /><Relationship Type="http://schemas.openxmlformats.org/officeDocument/2006/relationships/notesMaster" Target="/ppt/notesMasters/notesMaster1.xml" Id="R964cd91facc04c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740c680e244c59" /><Relationship Type="http://schemas.openxmlformats.org/officeDocument/2006/relationships/notesMaster" Target="/ppt/notesMasters/notesMaster1.xml" Id="R4c3418881e4a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b7808350824f1f" /><Relationship Type="http://schemas.openxmlformats.org/officeDocument/2006/relationships/notesMaster" Target="/ppt/notesMasters/notesMaster1.xml" Id="Re91ca3ed1623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256396514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31e6a50e3046bc" /><Relationship Type="http://schemas.openxmlformats.org/officeDocument/2006/relationships/slideLayout" Target="/ppt/slideLayouts/slideLayout1.xml" Id="R787afe73b6a6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afe73b6a6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1fab7c75d4ab9" /><Relationship Type="http://schemas.openxmlformats.org/officeDocument/2006/relationships/notesSlide" Target="/ppt/notesSlides/notesSlide1.xml" Id="R521b40cd8b2e49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73cd4798e4f4a" /><Relationship Type="http://schemas.openxmlformats.org/officeDocument/2006/relationships/notesSlide" Target="/ppt/notesSlides/notesSlide2.xml" Id="R41c96e86db9549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4dcf4f43641cf" /><Relationship Type="http://schemas.openxmlformats.org/officeDocument/2006/relationships/notesSlide" Target="/ppt/notesSlides/notesSlide3.xml" Id="Rf2e87238180740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12dca78004c62" /><Relationship Type="http://schemas.openxmlformats.org/officeDocument/2006/relationships/notesSlide" Target="/ppt/notesSlides/notesSlide4.xml" Id="R19b98f183111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55db2f67443c9" /><Relationship Type="http://schemas.openxmlformats.org/officeDocument/2006/relationships/notesSlide" Target="/ppt/notesSlides/notesSlide5.xml" Id="Rc7fa2034f3ad4c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25b25785a48b2" /><Relationship Type="http://schemas.openxmlformats.org/officeDocument/2006/relationships/notesSlide" Target="/ppt/notesSlides/notesSlide6.xml" Id="R356c1e291cdd44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f92e07bcd469b" /><Relationship Type="http://schemas.openxmlformats.org/officeDocument/2006/relationships/notesSlide" Target="/ppt/notesSlides/notesSlide7.xml" Id="R826da4eb17ab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413fe78b644d8" /><Relationship Type="http://schemas.openxmlformats.org/officeDocument/2006/relationships/notesSlide" Target="/ppt/notesSlides/notesSlide8.xml" Id="R1be983e82f4647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0bb5a913542d9" /><Relationship Type="http://schemas.openxmlformats.org/officeDocument/2006/relationships/notesSlide" Target="/ppt/notesSlides/notesSlide9.xml" Id="R458e403cd46c4f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bc7fb58404233" /><Relationship Type="http://schemas.openxmlformats.org/officeDocument/2006/relationships/notesSlide" Target="/ppt/notesSlides/notesSlide10.xml" Id="R7d16ab9d493d49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64daf83044032" /><Relationship Type="http://schemas.openxmlformats.org/officeDocument/2006/relationships/notesSlide" Target="/ppt/notesSlides/notesSlide11.xml" Id="R8241c8439b1343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BE5EB-9BC3-4ED8-A6BC-0D4A152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Security Incident Postmortem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EEFC7-D61C-4E82-9776-E227EE09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Automated After-Action Report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A2C1-B244-4662-BB62-520C7753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CSC 482 Capstone Project II | Team 1: Brittany, Garrett, Mike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7BA4C-BB09-44A8-8D42-1D582D16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Final presentation window: July 27-28,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9C054-F41B-4D4F-8F0F-A418C2F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266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DA2AF-B669-4A2A-84CB-58A096D5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AAR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1B1CE-1D31-44ED-A644-7DD1468B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Incident facts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 LLM draft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 review-ready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6C820-6C7A-4C06-BB60-3FCD1C0D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3BC58-601C-4A0A-9138-4384FB9A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0175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BC95D-0704-4FD3-B36F-8C6A031F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26948-D180-4D94-B2B8-5D034EA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Problem We Are Solving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21304-FF59-4EA8-9FDD-852C7FEE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79C8-E589-4D6B-B216-CA14C55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After a security incident, teams must explain what happened, why it happened, what was affected, and what should change. That report process is often slow and inconsistent.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6050E-67DE-44DF-9C44-E4B463B0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D9B9F-8C28-43D7-B420-F9A8EB8B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Manual reports take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BEC73-7357-4D2E-9F34-B6EE89B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Teams must collect timelines, logs, impact notes, root causes, remediation steps, and lessons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86CC2-B3A3-4198-8D31-831B6A5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2C3E-54BE-49F4-8802-F9B02546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Details can be missed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623E-72E4-4EE3-B777-634CFD5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Important facts may be scattered across chats, notes, tickets, alerts, or memory after the incident.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FE691-F2CA-4B4C-BB6E-1FB87F6D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BDF3F-A73B-42B8-962C-74301E5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Audience needs differ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DC5F8-7AC2-4F13-9F22-AB819F37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Technical staff need evidence and root cause detail. Leaders need impact, risk, and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9EF33-A402-468F-BD6B-3E0B601E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1715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0A242-9471-4CF6-BE36-FBB1213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610D7-38DE-4E0B-8DB2-475D095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Our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4585-73E7-45EF-8C9D-3B958103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050D5-32FC-41A8-AE94-2064956D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 lightweight web application that turns incident details into a structured after-action report draft.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8B9A2-1C4B-4E89-8B75-6889B53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6F169-2A3A-4381-BE85-E51DFD94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8AF0-A481-4F17-8A23-0664F9A5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 enters incident title, type, date, summary, timeline, logs, impact, remediation, lessons learned, and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1F105-A3CC-4BE7-857D-8F713A8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E1C9F-5E0A-44A5-A7D2-04F95D28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Generate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B540D-07AB-46C7-9DDA-DB95973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Backend organizes the data into an LLM prompt and requests an AAR draft using the selected audience style.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BFD14-82F7-4240-A308-5211685F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A6D30-362B-4D60-86D1-DAA5AF0F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48FC9-9B30-4ABF-9954-76F4512B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Team reviews the draft for clarity, accuracy, 5 Whys root cause, recommendations, and lessons learned.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C99AF-7269-4F1A-B8BC-FA56F52E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1127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B6383-C44D-4278-BADC-13F2DF06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146DF-6301-423B-BED1-7BEF1CE3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Core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4F1E1-2E47-4C36-9201-D2E13E15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A25E4-53EB-4FDE-964D-B5890971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90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Incident detail entry through a clear frontend form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Support for timelines, log snippets, impact notes, and remediation steps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LLM-supported report generation workflow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5 Whys root-cause analysis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Technical and executive reporting styles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Realistic sample incident data for testing and demo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197E5-34D5-41AB-8C48-0188B39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619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17CE0-5E52-4902-912C-DCD2DEE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Prototype screenshot 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1FB37-8EA3-4DBD-86DD-80E4871D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19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Add a screenshot of the form or generated report here before final submission.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42C22-C5B0-46E6-8FD4-5221612C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5502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09BEC-008F-43F0-9ADC-969A1BD2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74FC-751A-4E59-8B37-2DB0F2C0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Prototype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D59FC-8E53-4D40-8C3A-B192A373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8251B-9470-4D25-B851-8BDAB00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EC221-E7EE-4625-BC02-2D94A6B7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B4477-05A6-43A7-9937-FED4A823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Incident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86DB5-DAC4-4050-9025-E2B63E0E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Facts, timeline,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A9D49-C9D6-4102-B1C7-B4FB4AB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74AD0-8A48-4A0B-8B99-7EFD602D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B1393-9A55-44A9-8616-D9E8737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12B79-847F-46C2-A842-BE268D2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C2D2A-F830-49CC-935B-2E20963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Backend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36505-6E6F-4FF1-A1D6-DE2154BA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Structured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B78C6-C3AD-4C87-BF01-55B17696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94AE7-C609-47D6-8EA6-9FAE484F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1E706-FD52-49F6-990C-227F883A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FCA96-DDAE-404A-B5FE-B21751A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3869E-B48D-4DEB-A56D-26DE536D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LLM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A6A68-1166-4670-8F3C-559562AD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Audience guidance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8DD5C-FEA1-4C4F-9980-EDB93859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F041D-7C0C-465A-8C64-61EA3712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78072-9A57-4248-A989-6E69615B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A78CF-2729-4C35-9B30-10786F93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D8122-3B9C-4A02-B05B-AEEAFE08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AAR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0D812-CA68-4682-97BE-19FFE831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Report sections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289E3-3F86-4143-8717-FEA0E09E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FDC5A-FB79-4CF5-B7C6-CEF85AE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ED34F-7E8C-459C-9BFA-AE4AA439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0183D-EAC7-45B6-8C26-B8869F1C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EB47D-1BCB-4095-A48C-2EB0EA1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Team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8ED0C-7E06-41CC-BED6-E3F4C84A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Screenshots + notes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2C610-360F-4262-9A26-8E31004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workflow keeps the human review step visible: the app produces a draft, not an automatically final report.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040D50-355B-437F-BC49-98E22B3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7740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B58B3-9E18-43CF-9C9F-DE83BC3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F0CC5-F693-4E55-917F-8643EE3E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Milestone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2CC16-F8EF-4ECD-B5CF-3A833B77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5B6EA-C2CD-436F-9A79-3B2187F1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06EBA-9944-489D-ABF4-8467D492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29E12-0865-4A6B-BE3A-1DA77DA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15-21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6314B-1DB3-45C1-A4DD-E557FBD4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57200-EE37-4486-9207-7B1D3FCF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Repository setup, README, sample incidents, form field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AB07D-D75B-48ED-B569-6C40B686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7D5A5-263E-4616-A9C2-625F982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CCACC-348C-419A-8E6E-C336E39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90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22-28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E3E36-41D0-46C6-99F6-272F4DF9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87484-915C-43B8-8CB3-DA4FD904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Backend data structure, frontend form, first LLM-generated report 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5B13A-7834-45C0-A13C-1112C33F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5210C-310F-430A-94CA-DBFFAA5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Current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26739-770D-4D46-8F3D-ABF3ADA6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29-July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355D1-680C-4F22-8502-B8C14BA1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8F0CD-A00C-4A17-B5C9-04944DF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Technical/executive styles, 5 Whys, testing screenshots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AE09A-ABF8-4462-A0D5-FBCB0380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BF35A-1D39-4D7B-9D94-2EFBEBCB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B93E6-7A03-4C85-9A6C-20E4D4AA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July 6-12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99FD9-42A8-4579-855E-5D3275D6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DEA2B-4BD0-4022-8F42-12CCF5D5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Validation, error handling, and testing with multiple incidents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443FA-0B7B-49BA-979C-8A64F732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A20F6-2DAC-4220-8D69-07F2D88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Final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D59B2-DC96-45C5-8927-471972E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July 20-24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E481E-F673-4614-98A4-FB45CE24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1D20E-126A-4887-8593-2EF54A90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05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Final report, presentation slides, and final presentation preparation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CC237-063A-4B50-A5E9-CC5366BC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2403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66226-E20F-4988-8C4B-178EB8A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79BCB-0ECA-449F-AA40-5C3AE7B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A0383-52C4-4286-89DF-12850B3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D09CA-5A1A-4C0D-B72E-E94F28A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D55E5-4287-4973-9BA2-81AEC0AC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Brittany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3EFDB-9CF4-483B-A096-579C9E8C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Project leader, documentation lead, quality reviewer. Maintains checklists, meeting log, journal evidence, report wording, screenshots, and final submission organization.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629F2-DEA8-4A82-9BFB-44A56A7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F447A-5159-4170-8E22-BB8299C6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Garrett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E3F0C-1386-442F-9065-C2CD4EEE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Backend development and report-generation architecture. Owns schema, LLM prompt workflow, model behavior, 5 Whys, recommendations, fallback behavior, and backend 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767F7-5D73-4609-A8E8-376B8C45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9BF51-842C-4D8C-8568-84DD8E0D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97D2A-358F-4514-8661-50CCAE5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Frontend development and demo workflow. Owns form usability, audience selector polish, generated report display, frontend error behavior, screenshots, and live demo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7880C-DEA2-474C-89A8-A80BA999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Meeting log evidence tracks attendance, assigned work, and status each week.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EB156-56EA-4B36-83B2-F8E339C4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0444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3AAF7-3F9E-4D3A-8496-AD5D9FE9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DB693-EA6C-4C3A-8092-CDC1D6D6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Testing Evidence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66611-C5A7-4372-8B7B-34E8E9E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7EB5F-B981-4BA8-B36A-6A2DF203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weekly journal and final report need proof that the team tested completed tasks.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64186-8E17-4017-AB57-61A9E9C0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CAAC3-237B-4BF2-AA73-669BA366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7C063-4A3B-430E-A2EA-47FCF7A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Homepage/form, completed incident input, generated technical report, generated executive report, and any clear error/fallback message.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0E51F-F851-4DA4-ACE5-AD7AE0FE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EB843-86D7-4E5A-B681-D68214E8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Test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82399-4AF3-4C92-902E-33156163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What was tested, expected result, actual result, issues found, and whether the output was usable for an AAR draft.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AEF17-D7FE-4400-B274-0686518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539F3-EF46-4AF3-9114-C39C7440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Safety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22D0A-4F8A-448E-9138-E9203094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 API key, .env file, or secret value should appear in screenshots, report files, slides, or uploads.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7F2EC-1028-48BD-90BD-F244057A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7031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E491B-4153-4EAA-9236-580B0C41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3D5ED-F061-44FC-B2CB-0E9F48A0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Areas To Improve Before Final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754B3-F263-486A-B762-E6C67BA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39F8D-F951-45AA-9F45-E5CAC14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Priority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17354-FA91-415C-8012-23836734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676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0A1A8-408E-437F-BBE4-7DD77943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FFEC4-1FB3-4C66-ADF5-CB654CE3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76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CD953-6037-4240-8893-81F62471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3A7CE-6278-4145-ABF2-D02FA439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107E2-979D-4416-B2FC-93A4C89F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47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Report variation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F01BB-9E7E-4114-B4F1-17DB38E7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Make technical and executive outputs clearly different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C2D2B-FC51-4EB6-BED5-521F8414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Garrett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2EA6E-8693-438A-B315-EE0B14A1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D8072-0025-4DD5-A157-B5919589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E8DC4-3967-474F-B129-A27C6F1B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Report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1DB19-470F-4784-9BB0-F3120E3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Improve 5 Whys, root cause, recommendations, lessons learned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99E3B-E839-485E-A70D-0C09206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33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Garrett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DD69A-4C99-4BA0-9761-BC866AA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480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A7758-8987-46CF-9F14-7B21AAC0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Medium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E57DD-8CCE-4851-8999-6B7C535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19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Frontend polish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37282-AE26-45AE-94BB-7BE181E3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Clean labels, spacing, output display, screenshot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534AD-47FD-491F-8262-847686A6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Mike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4374B-3354-4D6C-B435-A3B36F0E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F4388-A45D-4CAE-958A-BA99C4ED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8D01C-B08A-48DB-8E90-3ADA120A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05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Testing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6AAF2-FEAC-4E9A-B8BF-D7C13475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Compare both report styles and capture screenshots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AE320-70AB-47E7-80D5-B6C2830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05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Brittany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AF80B1-4E88-4BE9-AB6C-41E816DC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F3088-0736-4697-94EA-F533E88C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0BBFC9-E0B2-4976-9E78-57ACFDC4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91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Final 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FA16C-5A71-45E7-84A7-E2074CD6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Final report, slides, speaking roles, backup screenshots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DA5974-001D-4078-869F-065E0676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91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FCF4F-07AA-4E71-BFD6-1A77575F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2290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9117C-CDC3-485B-8786-9E3B3A6C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30C8E-6DE3-4043-9D09-584B9E7F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Final Presentation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4DB9-426F-4FA8-A35A-8877B270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329E7-9B84-4629-A839-363B417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Final presentation window: July 27-28,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6512F-8C49-43E0-9F9B-D9318CC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B1E82-0F1B-464E-9D7D-4314D141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Final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60EDE-5524-416A-BE82-B0F60D6E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Project summary, milestones, completed subtasks, testing evidence, lessons learned, contributions, and meeting log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CF6E3-B4EF-40DE-8524-0CC8FF01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A57FE-5D17-48E1-B7AF-6CA0D10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Slides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62FCD-8FCA-40E5-96E1-43B25FB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Problem, solution, prototype workflow, screenshots, testing summary, lessons learned, team roles, and final demo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88F41-322C-4A85-B1DC-617A174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04742-1586-405C-A9F2-16D9904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0361C-50B7-439E-8E8F-4126D974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Run the app, submit a sample incident, show the generated report, explain technical vs executive output, and use backups if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CFCE7-6AA4-4454-9ADD-F7F8641C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9393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2F51D-EA22-488A-866D-6B9FF595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D830D-D2AF-4281-9BA6-375CFEE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What Success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948D4-9A77-4DF8-AFFC-B81071A9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72D26-49AC-4556-A1D9-A8F4171C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By the final presentation, Team 1 should be able to demonstrate a working AAR Generator that produces useful draft reports from incident details.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D4C66-5994-4BBC-8439-1DC19975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33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The prototype accepts realistic incident data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The generated report includes timeline, evidence, 5 Whys, root cause, remediation, recommendations, and lessons learned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Technical and executive audience options are clearly different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Testing evidence and screenshots support the final report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Each team member can explain their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8A718-94C1-44AB-BA25-CEE73535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4279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2026-06-30T05:36:25.8310000Z</dcterms:created>
  <dcterms:modified xsi:type="dcterms:W3CDTF">2026-06-30T05:36:25.8310000Z</dcterms:modified>
</coreProperties>
</file>